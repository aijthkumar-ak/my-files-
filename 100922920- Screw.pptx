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5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267286"/>
          <a:ext cx="8792308" cy="6344529"/>
        </p:xfrm>
        <a:graphic>
          <a:graphicData uri="http://schemas.openxmlformats.org/drawingml/2006/table">
            <a:tbl>
              <a:tblPr/>
              <a:tblGrid>
                <a:gridCol w="8792308"/>
              </a:tblGrid>
              <a:tr h="6344529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09600"/>
            <a:ext cx="2712129" cy="1828800"/>
          </a:xfrm>
          <a:prstGeom prst="round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1000" y="2590800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 smtClean="0"/>
              <a:t>M.4*0.7 External Thread Die (OK )</a:t>
            </a:r>
            <a:endParaRPr lang="en-US" sz="1400" b="1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685800"/>
            <a:ext cx="2605497" cy="1752600"/>
          </a:xfrm>
          <a:prstGeom prst="round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1800" y="1219200"/>
            <a:ext cx="1228725" cy="1181100"/>
          </a:xfrm>
          <a:prstGeom prst="ellipse">
            <a:avLst/>
          </a:prstGeom>
          <a:ln w="3175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9" name="Straight Arrow Connector 8"/>
          <p:cNvCxnSpPr/>
          <p:nvPr/>
        </p:nvCxnSpPr>
        <p:spPr>
          <a:xfrm>
            <a:off x="4953000" y="1447800"/>
            <a:ext cx="17526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72000" y="1066800"/>
            <a:ext cx="6858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M.4*0.7 External Thread Die (Not Ok )- Damaged</a:t>
            </a:r>
          </a:p>
          <a:p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3124200"/>
            <a:ext cx="2743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Part no      </a:t>
            </a:r>
            <a:r>
              <a:rPr lang="en-US" dirty="0" smtClean="0"/>
              <a:t>:  100922920</a:t>
            </a:r>
          </a:p>
          <a:p>
            <a:r>
              <a:rPr lang="en-US" b="1" dirty="0" smtClean="0"/>
              <a:t>Part name </a:t>
            </a:r>
            <a:r>
              <a:rPr lang="en-US" dirty="0" smtClean="0"/>
              <a:t>:  Screw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28600" y="3886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Roots Causes.</a:t>
            </a:r>
          </a:p>
          <a:p>
            <a:pPr marL="342900" indent="-342900"/>
            <a:r>
              <a:rPr lang="en-US" dirty="0" smtClean="0"/>
              <a:t>                        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2000" y="4191000"/>
            <a:ext cx="678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M.4*0.7 External Thread Die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1F1F1F"/>
                </a:solidFill>
                <a:latin typeface="Google Sans"/>
              </a:rPr>
              <a:t>worn-out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Without lubrication the die overheats and tears the metal</a:t>
            </a:r>
            <a:r>
              <a:rPr lang="en-US" b="1" dirty="0" smtClean="0">
                <a:solidFill>
                  <a:srgbClr val="1F1F1F"/>
                </a:solidFill>
                <a:latin typeface="Google Sans"/>
              </a:rPr>
              <a:t>.</a:t>
            </a:r>
            <a:r>
              <a:rPr lang="en-US" b="1" dirty="0" smtClean="0"/>
              <a:t>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4800" y="4876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Correction Action </a:t>
            </a:r>
            <a:endParaRPr lang="en-US" b="1" u="sng" dirty="0"/>
          </a:p>
        </p:txBody>
      </p:sp>
      <p:sp>
        <p:nvSpPr>
          <p:cNvPr id="18" name="TextBox 17"/>
          <p:cNvSpPr txBox="1"/>
          <p:nvPr/>
        </p:nvSpPr>
        <p:spPr>
          <a:xfrm>
            <a:off x="1066800" y="5297269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That </a:t>
            </a:r>
            <a:r>
              <a:rPr lang="en-US" b="1" dirty="0" smtClean="0"/>
              <a:t>Replacement</a:t>
            </a:r>
            <a:r>
              <a:rPr lang="en-US" dirty="0" smtClean="0"/>
              <a:t> in  Threat Die.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The Cut Oil Forcing in Direct </a:t>
            </a:r>
            <a:r>
              <a:rPr lang="en-US" b="1" dirty="0" smtClean="0"/>
              <a:t>Apply on Threat Die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38905" y="2057400"/>
            <a:ext cx="4551879" cy="2362200"/>
          </a:xfrm>
          <a:prstGeom prst="round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876800" y="1447800"/>
            <a:ext cx="3352800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AFTER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2095500"/>
            <a:ext cx="1774257" cy="3009900"/>
          </a:xfrm>
          <a:prstGeom prst="round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133600"/>
            <a:ext cx="1752600" cy="2885285"/>
          </a:xfrm>
          <a:prstGeom prst="round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914400" y="2971800"/>
            <a:ext cx="7620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133600" y="3200400"/>
            <a:ext cx="1524000" cy="1676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943600" y="2514600"/>
            <a:ext cx="2057400" cy="16002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81000" y="1524000"/>
            <a:ext cx="33528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BEFORE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381000"/>
          <a:ext cx="8890000" cy="6281057"/>
        </p:xfrm>
        <a:graphic>
          <a:graphicData uri="http://schemas.openxmlformats.org/drawingml/2006/table">
            <a:tbl>
              <a:tblPr/>
              <a:tblGrid>
                <a:gridCol w="8890000"/>
              </a:tblGrid>
              <a:tr h="62810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" y="609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MACHINE NO: 07</a:t>
            </a:r>
            <a:endParaRPr lang="en-US" b="1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71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User</cp:lastModifiedBy>
  <cp:revision>11</cp:revision>
  <dcterms:created xsi:type="dcterms:W3CDTF">2006-08-16T00:00:00Z</dcterms:created>
  <dcterms:modified xsi:type="dcterms:W3CDTF">2026-03-14T11:24:36Z</dcterms:modified>
</cp:coreProperties>
</file>